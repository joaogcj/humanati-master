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0ed279de0a486a" /><Relationship Type="http://schemas.openxmlformats.org/officeDocument/2006/relationships/extended-properties" Target="/docProps/app.xml" Id="R635ec8c7adae46fd" /><Relationship Type="http://schemas.openxmlformats.org/officeDocument/2006/relationships/officeDocument" Target="/ppt/presentation.xml" Id="Rd7661d58a6ef49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9ae53320174b60"/>
  </p:sldMasterIdLst>
  <p:notesMasterIdLst>
    <p:notesMasterId xmlns:r="http://schemas.openxmlformats.org/officeDocument/2006/relationships" r:id="R40136d971be04876"/>
  </p:notesMasterIdLst>
  <p:sldIdLst>
    <p:sldId xmlns:r="http://schemas.openxmlformats.org/officeDocument/2006/relationships" id="256" r:id="Rbc09a189a28d47fc"/>
    <p:sldId xmlns:r="http://schemas.openxmlformats.org/officeDocument/2006/relationships" id="257" r:id="Re7f57331f3af4462"/>
    <p:sldId xmlns:r="http://schemas.openxmlformats.org/officeDocument/2006/relationships" id="258" r:id="Rca7aeab89e874f0e"/>
    <p:sldId xmlns:r="http://schemas.openxmlformats.org/officeDocument/2006/relationships" id="259" r:id="R1f75d6884c4b462f"/>
    <p:sldId xmlns:r="http://schemas.openxmlformats.org/officeDocument/2006/relationships" id="260" r:id="Re51b26187fa74f07"/>
    <p:sldId xmlns:r="http://schemas.openxmlformats.org/officeDocument/2006/relationships" id="261" r:id="R4f7ef105437048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fbf65365524abe" /><Relationship Type="http://schemas.openxmlformats.org/officeDocument/2006/relationships/slideMaster" Target="/ppt/slideMasters/slideMaster1.xml" Id="R809ae53320174b60" /><Relationship Type="http://schemas.openxmlformats.org/officeDocument/2006/relationships/notesMaster" Target="/ppt/notesMasters/notesMaster1.xml" Id="R40136d971be04876" /><Relationship Type="http://schemas.openxmlformats.org/officeDocument/2006/relationships/presProps" Target="/ppt/presProps.xml" Id="R342e8854c41b4aee" /><Relationship Type="http://schemas.openxmlformats.org/officeDocument/2006/relationships/tableStyles" Target="/ppt/tableStyles.xml" Id="R0087e10378454fb0" /><Relationship Type="http://schemas.openxmlformats.org/officeDocument/2006/relationships/slide" Target="/ppt/slides/slide1.xml" Id="Rbc09a189a28d47fc" /><Relationship Type="http://schemas.openxmlformats.org/officeDocument/2006/relationships/slide" Target="/ppt/slides/slide2.xml" Id="Re7f57331f3af4462" /><Relationship Type="http://schemas.openxmlformats.org/officeDocument/2006/relationships/slide" Target="/ppt/slides/slide3.xml" Id="Rca7aeab89e874f0e" /><Relationship Type="http://schemas.openxmlformats.org/officeDocument/2006/relationships/slide" Target="/ppt/slides/slide4.xml" Id="R1f75d6884c4b462f" /><Relationship Type="http://schemas.openxmlformats.org/officeDocument/2006/relationships/slide" Target="/ppt/slides/slide5.xml" Id="Re51b26187fa74f07" /><Relationship Type="http://schemas.openxmlformats.org/officeDocument/2006/relationships/slide" Target="/ppt/slides/slide6.xml" Id="R4f7ef105437048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283e4445a649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c2fc7f69bd436c" /><Relationship Type="http://schemas.openxmlformats.org/officeDocument/2006/relationships/notesMaster" Target="/ppt/notesMasters/notesMaster1.xml" Id="Rcd9b8c1c255d40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ec54fd58fc4a9b" /><Relationship Type="http://schemas.openxmlformats.org/officeDocument/2006/relationships/notesMaster" Target="/ppt/notesMasters/notesMaster1.xml" Id="R33a8a88949b74e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fe1cb971c54c5a" /><Relationship Type="http://schemas.openxmlformats.org/officeDocument/2006/relationships/notesMaster" Target="/ppt/notesMasters/notesMaster1.xml" Id="R33d011dc660843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3d72a702984963" /><Relationship Type="http://schemas.openxmlformats.org/officeDocument/2006/relationships/notesMaster" Target="/ppt/notesMasters/notesMaster1.xml" Id="Rb1b8b90aad9f4e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8a03205ddb490e" /><Relationship Type="http://schemas.openxmlformats.org/officeDocument/2006/relationships/notesMaster" Target="/ppt/notesMasters/notesMaster1.xml" Id="Rab85ddf4782444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d6937d93bb4188" /><Relationship Type="http://schemas.openxmlformats.org/officeDocument/2006/relationships/notesMaster" Target="/ppt/notesMasters/notesMaster1.xml" Id="R54582100e3074e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Artefatos internos fornecidos pelo usuário e pacotes recuperados do projeto Humanati.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Artefatos internos fornecidos pelo usuário e pacotes recuperados do projeto Humanati.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Artefatos internos fornecidos pelo usuário e pacotes recuperados do projeto Humanati.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Artefatos internos fornecidos pelo usuário e pacotes recuperados do projeto Humanati.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Artefatos internos fornecidos pelo usuário e pacotes recuperados do projeto Humanati.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Artefatos internos fornecidos pelo usuário e pacotes recuperados do projeto Humanati.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d116e03c6243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86fa7841c4488b" /><Relationship Type="http://schemas.openxmlformats.org/officeDocument/2006/relationships/slideLayout" Target="/ppt/slideLayouts/slideLayout1.xml" Id="R94a690db4f8543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a690db4f8543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8497309c647c5" /><Relationship Type="http://schemas.openxmlformats.org/officeDocument/2006/relationships/notesSlide" Target="/ppt/notesSlides/notesSlide1.xml" Id="R452ec479793344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eb828b6944586" /><Relationship Type="http://schemas.openxmlformats.org/officeDocument/2006/relationships/notesSlide" Target="/ppt/notesSlides/notesSlide2.xml" Id="R7b2afa1029c545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ca527fd945466d" /><Relationship Type="http://schemas.openxmlformats.org/officeDocument/2006/relationships/notesSlide" Target="/ppt/notesSlides/notesSlide3.xml" Id="R853035915fa74b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ba23322724d97" /><Relationship Type="http://schemas.openxmlformats.org/officeDocument/2006/relationships/notesSlide" Target="/ppt/notesSlides/notesSlide4.xml" Id="Rbeff388602e240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32ab210a3c4dd4" /><Relationship Type="http://schemas.openxmlformats.org/officeDocument/2006/relationships/notesSlide" Target="/ppt/notesSlides/notesSlide5.xml" Id="R5868ab6f98e34d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d6ea72689404a" /><Relationship Type="http://schemas.openxmlformats.org/officeDocument/2006/relationships/notesSlide" Target="/ppt/notesSlides/notesSlide6.xml" Id="Rabb5194536ce46e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9C186AB7-F21E-4251-A088-45ED7862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Inteligência para
decisões melhores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F6CEDFBF-2A6F-4533-BE68-51E79AE4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Dados, contexto humano e ação na mesma visão.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5CB34483-8E48-4877-B82F-012212A4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HUMANATI</a:t>
            </a:r>
          </a:p>
        </p:txBody>
      </p:sp>
    </p:spTree>
    <p:extLst>
      <p:ext uri="{BB962C8B-B14F-4D97-AF65-F5344CB8AC3E}">
        <p14:creationId xmlns:p14="http://schemas.microsoft.com/office/powerpoint/2010/main" val="2480162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B45C549-C4BC-44EB-9CC7-AE5E32B8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D5B9FB05-ADFC-47B4-94BA-EE4FFEB5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decisão melhora quando três dimensões se conectam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A304A5E8-5DD1-4806-AC2D-D4633EED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Pessoas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
Sinais de experiência, capacidade e contexto.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CD81B640-5942-4A43-9F20-7B3006FD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Performance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
Resultados acompanhados com critérios visíveis.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CFA360C4-DC9A-4E87-A2A5-5D5886E6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Operação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
Ritmo, riscos e prioridades que pedem atenção.</a:t>
            </a:r>
          </a:p>
        </p:txBody>
      </p:sp>
    </p:spTree>
    <p:extLst>
      <p:ext uri="{BB962C8B-B14F-4D97-AF65-F5344CB8AC3E}">
        <p14:creationId xmlns:p14="http://schemas.microsoft.com/office/powerpoint/2010/main" val="108722900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A5097810-0083-4B8B-A0DF-618AA08A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5027AAE9-7354-44ED-9B1C-A0BA3F3D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9988079E-61E2-495D-8496-A996A9ED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C1CBEA5B-1473-4B89-8382-752BF713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90F2568C-50CB-40F4-BD47-E05CE208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Humanati organiza o caminho entre sinal e ação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58479A6B-9ADD-4008-874A-802D2B63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Conectar
fontes e contexto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63F476BD-CD57-4AC3-9185-905AC319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Acompanhar
a evolução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5E070290-6B4F-40FF-9656-7C99E07C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Priorizar
o que importa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353EB246-C56B-4D33-A531-BBA6A2B1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BB6FC153-7E2C-4CC2-B1AA-76A05F94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E1671D69-C55B-459F-A910-1B3E3B62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02DADF62-F08D-4BC0-9591-E01B98AF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UMA VISÃO INTEGRADA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
A plataforma reduz a distância entre o que os dados mostram e o que a liderança precisa decidir.</a:t>
            </a:r>
          </a:p>
        </p:txBody>
      </p:sp>
    </p:spTree>
    <p:extLst>
      <p:ext uri="{BB962C8B-B14F-4D97-AF65-F5344CB8AC3E}">
        <p14:creationId xmlns:p14="http://schemas.microsoft.com/office/powerpoint/2010/main" val="43354129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87D0C84-3007-4319-B281-208CD02C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68EBDCA-25A4-49D7-A1A8-3C5082A9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Três soluções ampliam a leitura do negócio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9A9C093F-A959-4E87-BE0B-729CB4E8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MoniHook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
Cockpit inteligente para gestão operacional.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D6FFF87B-2450-459E-B8AD-742AB601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WIC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
Workforce intelligence para resultados sustentáveis.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72498297-82D0-44B7-AFE2-02BCAD3E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VANE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
Planejamento estratégico desenvolvido por IA.</a:t>
            </a:r>
          </a:p>
        </p:txBody>
      </p:sp>
    </p:spTree>
    <p:extLst>
      <p:ext uri="{BB962C8B-B14F-4D97-AF65-F5344CB8AC3E}">
        <p14:creationId xmlns:p14="http://schemas.microsoft.com/office/powerpoint/2010/main" val="53154190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C7C4992C-7BC1-48EA-8C49-BFF3B15E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56651CF5-5C63-42BC-BD7D-CA36205C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implantação evolui do diagnóstico à rotina de decisão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9D144EBC-ED7C-4CCD-BB44-02A0E2F9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823D2A4-2DEC-4C3D-8325-FDEDA3E8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49801761-3867-405F-98F4-D4D14045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B28B1535-E8A2-4243-BEC9-0F9DD441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DIAGNÓSTICO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9DCCB8C-043B-40FD-84E5-D03400F7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INTEGRAÇÃO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1FE803F-1181-4F68-A036-52E5BF75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ADOÇÃO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44998526-1831-41A2-8B74-41FA7971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Conectar os sinais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
Organizar indicadores e responsabilidades.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E8A11540-3CFF-49D3-8520-883CE4FC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Entender o cenário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
Mapear decisões, fontes e critérios.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E911C727-4899-4FD9-A795-586A7FF3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Criar o ritmo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
Acompanhar prioridades e evolução.</a:t>
            </a:r>
          </a:p>
        </p:txBody>
      </p:sp>
    </p:spTree>
    <p:extLst>
      <p:ext uri="{BB962C8B-B14F-4D97-AF65-F5344CB8AC3E}">
        <p14:creationId xmlns:p14="http://schemas.microsoft.com/office/powerpoint/2010/main" val="173078803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A8238024-143A-43F5-9DDB-D48F16B6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Clareza para
o próximo passo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93BF24BA-3E9A-401E-8B83-240F336E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Conheça a plataforma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Solicite um diagnóstico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humanati.com.br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7073DC8B-CBC7-4211-B1AA-6D8A6171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HUMANATI</a:t>
            </a:r>
          </a:p>
        </p:txBody>
      </p:sp>
    </p:spTree>
    <p:extLst>
      <p:ext uri="{BB962C8B-B14F-4D97-AF65-F5344CB8AC3E}">
        <p14:creationId xmlns:p14="http://schemas.microsoft.com/office/powerpoint/2010/main" val="19243586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2026-08-03T13:57:04.1330000Z</dcterms:created>
  <dcterms:modified xsi:type="dcterms:W3CDTF">2026-08-03T13:57:04.1340000Z</dcterms:modified>
</coreProperties>
</file>